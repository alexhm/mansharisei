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43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70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8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5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44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432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90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96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9588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6934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378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63997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4419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4275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3624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796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5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310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80025-2D28-4CAD-9A41-805C7353D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2665520"/>
            <a:ext cx="10572000" cy="721559"/>
          </a:xfrm>
        </p:spPr>
        <p:txBody>
          <a:bodyPr/>
          <a:lstStyle/>
          <a:p>
            <a:r>
              <a:rPr lang="es-ES" dirty="0"/>
              <a:t>Documentación    			Planificador     										   CPU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78D50-E5AE-4F83-8C4C-0AC10B3B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577153"/>
          </a:xfrm>
        </p:spPr>
        <p:txBody>
          <a:bodyPr/>
          <a:lstStyle/>
          <a:p>
            <a:r>
              <a:rPr lang="es-ES" dirty="0"/>
              <a:t>Índice--&gt;</a:t>
            </a:r>
          </a:p>
          <a:p>
            <a:r>
              <a:rPr lang="es-ES" dirty="0"/>
              <a:t>			1.¿Cómo funciona?                       2.Explicación código                        			</a:t>
            </a:r>
          </a:p>
        </p:txBody>
      </p:sp>
    </p:spTree>
    <p:extLst>
      <p:ext uri="{BB962C8B-B14F-4D97-AF65-F5344CB8AC3E}">
        <p14:creationId xmlns:p14="http://schemas.microsoft.com/office/powerpoint/2010/main" val="229652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80025-2D28-4CAD-9A41-805C7353D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2665520"/>
            <a:ext cx="10572000" cy="721559"/>
          </a:xfrm>
        </p:spPr>
        <p:txBody>
          <a:bodyPr/>
          <a:lstStyle/>
          <a:p>
            <a:r>
              <a:rPr lang="es-ES" dirty="0"/>
              <a:t>								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78D50-E5AE-4F83-8C4C-0AC10B3B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565913"/>
            <a:ext cx="10572000" cy="1292086"/>
          </a:xfrm>
        </p:spPr>
        <p:txBody>
          <a:bodyPr/>
          <a:lstStyle/>
          <a:p>
            <a:r>
              <a:rPr lang="es-ES" dirty="0"/>
              <a:t>Índice--&gt;</a:t>
            </a:r>
          </a:p>
          <a:p>
            <a:r>
              <a:rPr lang="es-ES" dirty="0"/>
              <a:t>1.¿Cómo funciona? </a:t>
            </a:r>
          </a:p>
          <a:p>
            <a:r>
              <a:rPr lang="es-ES" dirty="0"/>
              <a:t>1.1.Introducción                     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278A45-CA12-48DC-A6E5-3D79C5801F92}"/>
              </a:ext>
            </a:extLst>
          </p:cNvPr>
          <p:cNvSpPr txBox="1"/>
          <p:nvPr/>
        </p:nvSpPr>
        <p:spPr>
          <a:xfrm>
            <a:off x="214684" y="917643"/>
            <a:ext cx="59555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ha realizado una simulación de procesos informáticos, de los cuales, se han basado en dos algoritmos de planificación.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SJF(</a:t>
            </a:r>
            <a:r>
              <a:rPr lang="es-ES" dirty="0" err="1"/>
              <a:t>Shorted</a:t>
            </a:r>
            <a:r>
              <a:rPr lang="es-ES" dirty="0"/>
              <a:t> </a:t>
            </a:r>
            <a:r>
              <a:rPr lang="es-ES" dirty="0" err="1"/>
              <a:t>job</a:t>
            </a:r>
            <a:r>
              <a:rPr lang="es-ES" dirty="0"/>
              <a:t> First)</a:t>
            </a:r>
            <a:r>
              <a:rPr lang="es-ES" dirty="0">
                <a:sym typeface="Wingdings" panose="05000000000000000000" pitchFamily="2" charset="2"/>
              </a:rPr>
              <a:t> Se establece un tiempo de llegada y de ejecución, y el que menor tiempo de ejecución tenga, es que el comienza.</a:t>
            </a:r>
          </a:p>
          <a:p>
            <a:endParaRPr lang="es-ES" dirty="0">
              <a:sym typeface="Wingdings" panose="05000000000000000000" pitchFamily="2" charset="2"/>
            </a:endParaRPr>
          </a:p>
          <a:p>
            <a:endParaRPr lang="es-ES" dirty="0">
              <a:sym typeface="Wingdings" panose="05000000000000000000" pitchFamily="2" charset="2"/>
            </a:endParaRPr>
          </a:p>
          <a:p>
            <a:r>
              <a:rPr lang="es-ES" dirty="0" err="1"/>
              <a:t>Fcfs</a:t>
            </a:r>
            <a:r>
              <a:rPr lang="es-ES" dirty="0"/>
              <a:t>(First come, First </a:t>
            </a:r>
            <a:r>
              <a:rPr lang="es-ES" dirty="0" err="1"/>
              <a:t>serverd</a:t>
            </a:r>
            <a:r>
              <a:rPr lang="es-ES" dirty="0"/>
              <a:t>)</a:t>
            </a:r>
            <a:r>
              <a:rPr lang="es-ES" dirty="0">
                <a:sym typeface="Wingdings" panose="05000000000000000000" pitchFamily="2" charset="2"/>
              </a:rPr>
              <a:t> el proceso que tenga menor tiempo de llegada es el primero en ejecutarse.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B89EBB-F2FC-4182-ACE2-5CE9A6A65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687" y="3632695"/>
            <a:ext cx="4636642" cy="84853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4AAD448-0F7B-4C73-8136-294D03E9D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687" y="2254619"/>
            <a:ext cx="4636642" cy="94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6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5B26C52-0CBC-411E-8914-B9D3C207201D}"/>
              </a:ext>
            </a:extLst>
          </p:cNvPr>
          <p:cNvSpPr txBox="1"/>
          <p:nvPr/>
        </p:nvSpPr>
        <p:spPr>
          <a:xfrm>
            <a:off x="214684" y="917643"/>
            <a:ext cx="595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El proyecto usa tres lenguajes de programación:   HTML5, </a:t>
            </a:r>
            <a:r>
              <a:rPr lang="es-ES" dirty="0" err="1">
                <a:sym typeface="Wingdings" panose="05000000000000000000" pitchFamily="2" charset="2"/>
              </a:rPr>
              <a:t>CSS,JavaScript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3BD42E-5D1F-4E19-8BC6-58126C36FDA4}"/>
              </a:ext>
            </a:extLst>
          </p:cNvPr>
          <p:cNvSpPr txBox="1"/>
          <p:nvPr/>
        </p:nvSpPr>
        <p:spPr>
          <a:xfrm>
            <a:off x="214684" y="1983205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Su composición consta de 3 páginas HTML, 2 CSS y </a:t>
            </a:r>
          </a:p>
          <a:p>
            <a:r>
              <a:rPr lang="es-ES" dirty="0">
                <a:sym typeface="Wingdings" panose="05000000000000000000" pitchFamily="2" charset="2"/>
              </a:rPr>
              <a:t>2 JavaScript.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1B0627-9F63-41C6-8E13-D51FD6042C93}"/>
              </a:ext>
            </a:extLst>
          </p:cNvPr>
          <p:cNvSpPr txBox="1"/>
          <p:nvPr/>
        </p:nvSpPr>
        <p:spPr>
          <a:xfrm>
            <a:off x="343230" y="2906881"/>
            <a:ext cx="1938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Página “Home”</a:t>
            </a:r>
          </a:p>
          <a:p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080680D-0197-47B7-A67F-3982DC91F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51" y="3230046"/>
            <a:ext cx="3037716" cy="194607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DFD744E-F23F-44C0-BFFC-0B1287F67A86}"/>
              </a:ext>
            </a:extLst>
          </p:cNvPr>
          <p:cNvSpPr txBox="1"/>
          <p:nvPr/>
        </p:nvSpPr>
        <p:spPr>
          <a:xfrm>
            <a:off x="4356274" y="2801676"/>
            <a:ext cx="1813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Página “SJF”</a:t>
            </a:r>
          </a:p>
          <a:p>
            <a:endParaRPr lang="es-ES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F0FCA33-9E0F-44F4-8EDD-083951D9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971" y="3207511"/>
            <a:ext cx="3037716" cy="197685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C9AE832-C672-4709-805E-FC5E4F473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091" y="3195337"/>
            <a:ext cx="3314699" cy="1980780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FCE39AB9-0D24-44D6-AC51-1587E5CEB174}"/>
              </a:ext>
            </a:extLst>
          </p:cNvPr>
          <p:cNvSpPr txBox="1"/>
          <p:nvPr/>
        </p:nvSpPr>
        <p:spPr>
          <a:xfrm>
            <a:off x="7779775" y="2775157"/>
            <a:ext cx="1813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Página “FIFO”</a:t>
            </a:r>
          </a:p>
          <a:p>
            <a:endParaRPr lang="es-ES" dirty="0"/>
          </a:p>
        </p:txBody>
      </p:sp>
      <p:sp>
        <p:nvSpPr>
          <p:cNvPr id="24" name="Subtítulo 2">
            <a:extLst>
              <a:ext uri="{FF2B5EF4-FFF2-40B4-BE49-F238E27FC236}">
                <a16:creationId xmlns:a16="http://schemas.microsoft.com/office/drawing/2014/main" id="{56AB01A1-1C82-45F1-BC47-BC81E346B3CE}"/>
              </a:ext>
            </a:extLst>
          </p:cNvPr>
          <p:cNvSpPr txBox="1">
            <a:spLocks/>
          </p:cNvSpPr>
          <p:nvPr/>
        </p:nvSpPr>
        <p:spPr>
          <a:xfrm>
            <a:off x="10599089" y="5955527"/>
            <a:ext cx="1592911" cy="839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/>
              <a:t>Índice--&gt;</a:t>
            </a:r>
          </a:p>
          <a:p>
            <a:r>
              <a:rPr lang="es-ES" dirty="0"/>
              <a:t>1.¿Cómo funciona? </a:t>
            </a:r>
          </a:p>
          <a:p>
            <a:r>
              <a:rPr lang="es-ES" dirty="0"/>
              <a:t>1.2. Páginas</a:t>
            </a:r>
          </a:p>
        </p:txBody>
      </p:sp>
    </p:spTree>
    <p:extLst>
      <p:ext uri="{BB962C8B-B14F-4D97-AF65-F5344CB8AC3E}">
        <p14:creationId xmlns:p14="http://schemas.microsoft.com/office/powerpoint/2010/main" val="19522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2582CB2-FE37-45BF-B588-6D98AE327AA7}"/>
              </a:ext>
            </a:extLst>
          </p:cNvPr>
          <p:cNvSpPr txBox="1"/>
          <p:nvPr/>
        </p:nvSpPr>
        <p:spPr>
          <a:xfrm>
            <a:off x="140472" y="220059"/>
            <a:ext cx="595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Ejemplo SJF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A6F13E-B649-4FD3-B616-B49CE6FB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333" y="124656"/>
            <a:ext cx="8135333" cy="398203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4FF6913-B3F0-42B5-9502-2138D48800DE}"/>
              </a:ext>
            </a:extLst>
          </p:cNvPr>
          <p:cNvSpPr txBox="1"/>
          <p:nvPr/>
        </p:nvSpPr>
        <p:spPr>
          <a:xfrm>
            <a:off x="3008721" y="4209252"/>
            <a:ext cx="59555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Se debe introducir el tiempo de llegada y tiempo de ejecución de 3 procesos diferentes, no admite más, ni menos.</a:t>
            </a:r>
          </a:p>
          <a:p>
            <a:endParaRPr lang="es-ES" dirty="0">
              <a:sym typeface="Wingdings" panose="05000000000000000000" pitchFamily="2" charset="2"/>
            </a:endParaRPr>
          </a:p>
          <a:p>
            <a:r>
              <a:rPr lang="es-ES" dirty="0">
                <a:sym typeface="Wingdings" panose="05000000000000000000" pitchFamily="2" charset="2"/>
              </a:rPr>
              <a:t>A continuación genera una tabla con los valores resultantes.</a:t>
            </a:r>
          </a:p>
          <a:p>
            <a:endParaRPr lang="es-ES" dirty="0">
              <a:sym typeface="Wingdings" panose="05000000000000000000" pitchFamily="2" charset="2"/>
            </a:endParaRPr>
          </a:p>
          <a:p>
            <a:r>
              <a:rPr lang="es-ES" dirty="0">
                <a:sym typeface="Wingdings" panose="05000000000000000000" pitchFamily="2" charset="2"/>
              </a:rPr>
              <a:t>Por último genera la grafica de ejecución de los procesos</a:t>
            </a:r>
            <a:endParaRPr lang="es-ES" dirty="0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1538B0EF-17D0-48E3-A6EB-21747C800F40}"/>
              </a:ext>
            </a:extLst>
          </p:cNvPr>
          <p:cNvSpPr txBox="1">
            <a:spLocks/>
          </p:cNvSpPr>
          <p:nvPr/>
        </p:nvSpPr>
        <p:spPr>
          <a:xfrm>
            <a:off x="10599089" y="5955527"/>
            <a:ext cx="1592911" cy="839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/>
              <a:t>Índice--&gt;</a:t>
            </a:r>
          </a:p>
          <a:p>
            <a:r>
              <a:rPr lang="es-ES" dirty="0"/>
              <a:t>1.¿Cómo funciona? </a:t>
            </a:r>
          </a:p>
          <a:p>
            <a:r>
              <a:rPr lang="es-ES" dirty="0"/>
              <a:t>1.3. Páginas</a:t>
            </a:r>
          </a:p>
        </p:txBody>
      </p:sp>
    </p:spTree>
    <p:extLst>
      <p:ext uri="{BB962C8B-B14F-4D97-AF65-F5344CB8AC3E}">
        <p14:creationId xmlns:p14="http://schemas.microsoft.com/office/powerpoint/2010/main" val="157771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2582CB2-FE37-45BF-B588-6D98AE327AA7}"/>
              </a:ext>
            </a:extLst>
          </p:cNvPr>
          <p:cNvSpPr txBox="1"/>
          <p:nvPr/>
        </p:nvSpPr>
        <p:spPr>
          <a:xfrm>
            <a:off x="140472" y="220059"/>
            <a:ext cx="595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Ejemplo FIFO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4FF6913-B3F0-42B5-9502-2138D48800DE}"/>
              </a:ext>
            </a:extLst>
          </p:cNvPr>
          <p:cNvSpPr txBox="1"/>
          <p:nvPr/>
        </p:nvSpPr>
        <p:spPr>
          <a:xfrm>
            <a:off x="3008721" y="4209252"/>
            <a:ext cx="59555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Se debe introducir el tiempo de llegada y tiempo de ejecución de 3 procesos diferentes, no admite más, ni menos.</a:t>
            </a:r>
          </a:p>
          <a:p>
            <a:endParaRPr lang="es-ES" dirty="0">
              <a:sym typeface="Wingdings" panose="05000000000000000000" pitchFamily="2" charset="2"/>
            </a:endParaRPr>
          </a:p>
          <a:p>
            <a:r>
              <a:rPr lang="es-ES" dirty="0">
                <a:sym typeface="Wingdings" panose="05000000000000000000" pitchFamily="2" charset="2"/>
              </a:rPr>
              <a:t>A continuación genera una tabla con los valores resultantes.</a:t>
            </a:r>
          </a:p>
          <a:p>
            <a:endParaRPr lang="es-ES" dirty="0">
              <a:sym typeface="Wingdings" panose="05000000000000000000" pitchFamily="2" charset="2"/>
            </a:endParaRPr>
          </a:p>
          <a:p>
            <a:r>
              <a:rPr lang="es-ES" dirty="0">
                <a:sym typeface="Wingdings" panose="05000000000000000000" pitchFamily="2" charset="2"/>
              </a:rPr>
              <a:t>Por último genera la grafica de ejecución de los procesos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46F941-C3B5-4076-BF93-0815B9C92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63425"/>
            <a:ext cx="8287600" cy="4169394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4A29BE3-DA9D-4981-B9B7-14832954B105}"/>
              </a:ext>
            </a:extLst>
          </p:cNvPr>
          <p:cNvSpPr txBox="1">
            <a:spLocks/>
          </p:cNvSpPr>
          <p:nvPr/>
        </p:nvSpPr>
        <p:spPr>
          <a:xfrm>
            <a:off x="10599089" y="5955527"/>
            <a:ext cx="1592911" cy="839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/>
              <a:t>Índice--&gt;</a:t>
            </a:r>
          </a:p>
          <a:p>
            <a:r>
              <a:rPr lang="es-ES" dirty="0"/>
              <a:t>1.¿Cómo funciona? </a:t>
            </a:r>
          </a:p>
          <a:p>
            <a:r>
              <a:rPr lang="es-ES" dirty="0"/>
              <a:t>1.3. Páginas</a:t>
            </a:r>
          </a:p>
        </p:txBody>
      </p:sp>
    </p:spTree>
    <p:extLst>
      <p:ext uri="{BB962C8B-B14F-4D97-AF65-F5344CB8AC3E}">
        <p14:creationId xmlns:p14="http://schemas.microsoft.com/office/powerpoint/2010/main" val="7307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80025-2D28-4CAD-9A41-805C7353D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2665520"/>
            <a:ext cx="10572000" cy="721559"/>
          </a:xfrm>
        </p:spPr>
        <p:txBody>
          <a:bodyPr/>
          <a:lstStyle/>
          <a:p>
            <a:r>
              <a:rPr lang="es-ES" dirty="0"/>
              <a:t>									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278A45-CA12-48DC-A6E5-3D79C5801F92}"/>
              </a:ext>
            </a:extLst>
          </p:cNvPr>
          <p:cNvSpPr txBox="1"/>
          <p:nvPr/>
        </p:nvSpPr>
        <p:spPr>
          <a:xfrm>
            <a:off x="214684" y="917643"/>
            <a:ext cx="59555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cada hoja JavaScript asociada al algoritmo correspondiente, se han añadido comentarios en el código.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>
                <a:sym typeface="Wingdings" panose="05000000000000000000" pitchFamily="2" charset="2"/>
              </a:rPr>
              <a:t>Se han usado tres métodos principales que de forma secuencial van llamando unos a otros generando con el árbol DOM de </a:t>
            </a:r>
            <a:r>
              <a:rPr lang="es-ES" dirty="0" err="1">
                <a:sym typeface="Wingdings" panose="05000000000000000000" pitchFamily="2" charset="2"/>
              </a:rPr>
              <a:t>JavaScrit</a:t>
            </a:r>
            <a:r>
              <a:rPr lang="es-ES" dirty="0">
                <a:sym typeface="Wingdings" panose="05000000000000000000" pitchFamily="2" charset="2"/>
              </a:rPr>
              <a:t> la estructura ya vista.</a:t>
            </a:r>
          </a:p>
          <a:p>
            <a:endParaRPr lang="es-ES" dirty="0">
              <a:sym typeface="Wingdings" panose="05000000000000000000" pitchFamily="2" charset="2"/>
            </a:endParaRPr>
          </a:p>
          <a:p>
            <a:r>
              <a:rPr lang="es-ES" dirty="0">
                <a:sym typeface="Wingdings" panose="05000000000000000000" pitchFamily="2" charset="2"/>
              </a:rPr>
              <a:t>Mediante condiciones IF anidadas se ha conseguido mostrar la tabla con todos sus valores</a:t>
            </a:r>
          </a:p>
          <a:p>
            <a:endParaRPr lang="es-ES" dirty="0">
              <a:sym typeface="Wingdings" panose="05000000000000000000" pitchFamily="2" charset="2"/>
            </a:endParaRPr>
          </a:p>
          <a:p>
            <a:endParaRPr lang="es-ES" dirty="0">
              <a:sym typeface="Wingdings" panose="05000000000000000000" pitchFamily="2" charset="2"/>
            </a:endParaRPr>
          </a:p>
          <a:p>
            <a:r>
              <a:rPr lang="es-ES" dirty="0">
                <a:sym typeface="Wingdings" panose="05000000000000000000" pitchFamily="2" charset="2"/>
              </a:rPr>
              <a:t>Mediante bucles </a:t>
            </a:r>
            <a:r>
              <a:rPr lang="es-ES" dirty="0" err="1">
                <a:sym typeface="Wingdings" panose="05000000000000000000" pitchFamily="2" charset="2"/>
              </a:rPr>
              <a:t>for</a:t>
            </a:r>
            <a:r>
              <a:rPr lang="es-ES" dirty="0">
                <a:sym typeface="Wingdings" panose="05000000000000000000" pitchFamily="2" charset="2"/>
              </a:rPr>
              <a:t> se han ido creando pequeños contenedores, previamente ya definidos en hojas de estilo(</a:t>
            </a:r>
            <a:r>
              <a:rPr lang="es-ES" dirty="0" err="1">
                <a:sym typeface="Wingdings" panose="05000000000000000000" pitchFamily="2" charset="2"/>
              </a:rPr>
              <a:t>css</a:t>
            </a:r>
            <a:r>
              <a:rPr lang="es-ES" dirty="0">
                <a:sym typeface="Wingdings" panose="05000000000000000000" pitchFamily="2" charset="2"/>
              </a:rPr>
              <a:t>) para mostrar la gráfica.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72247B73-F17E-4E23-8FD7-BF383942789F}"/>
              </a:ext>
            </a:extLst>
          </p:cNvPr>
          <p:cNvSpPr txBox="1">
            <a:spLocks/>
          </p:cNvSpPr>
          <p:nvPr/>
        </p:nvSpPr>
        <p:spPr>
          <a:xfrm>
            <a:off x="10585545" y="6018952"/>
            <a:ext cx="1592911" cy="839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/>
              <a:t>Índice--&gt;</a:t>
            </a:r>
          </a:p>
          <a:p>
            <a:r>
              <a:rPr lang="es-ES" dirty="0"/>
              <a:t>2. Código</a:t>
            </a:r>
          </a:p>
          <a:p>
            <a:r>
              <a:rPr lang="es-ES" dirty="0"/>
              <a:t>2.1 Métodos</a:t>
            </a:r>
          </a:p>
        </p:txBody>
      </p:sp>
    </p:spTree>
    <p:extLst>
      <p:ext uri="{BB962C8B-B14F-4D97-AF65-F5344CB8AC3E}">
        <p14:creationId xmlns:p14="http://schemas.microsoft.com/office/powerpoint/2010/main" val="263705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278A45-CA12-48DC-A6E5-3D79C5801F92}"/>
              </a:ext>
            </a:extLst>
          </p:cNvPr>
          <p:cNvSpPr txBox="1"/>
          <p:nvPr/>
        </p:nvSpPr>
        <p:spPr>
          <a:xfrm>
            <a:off x="1166519" y="1868602"/>
            <a:ext cx="5168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Creación de los inputs para introducir los valores de llegada y ejecución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72247B73-F17E-4E23-8FD7-BF383942789F}"/>
              </a:ext>
            </a:extLst>
          </p:cNvPr>
          <p:cNvSpPr txBox="1">
            <a:spLocks/>
          </p:cNvSpPr>
          <p:nvPr/>
        </p:nvSpPr>
        <p:spPr>
          <a:xfrm>
            <a:off x="10585545" y="6018952"/>
            <a:ext cx="1592911" cy="839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/>
              <a:t>Índice--&gt;</a:t>
            </a:r>
          </a:p>
          <a:p>
            <a:r>
              <a:rPr lang="es-ES" dirty="0"/>
              <a:t>2. Código</a:t>
            </a:r>
          </a:p>
          <a:p>
            <a:r>
              <a:rPr lang="es-ES" dirty="0"/>
              <a:t>2.2 Métodos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6266B81-33A1-4481-AD22-8F755602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32" y="84841"/>
            <a:ext cx="3758557" cy="446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6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278A45-CA12-48DC-A6E5-3D79C5801F92}"/>
              </a:ext>
            </a:extLst>
          </p:cNvPr>
          <p:cNvSpPr txBox="1"/>
          <p:nvPr/>
        </p:nvSpPr>
        <p:spPr>
          <a:xfrm>
            <a:off x="537869" y="754177"/>
            <a:ext cx="5168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Creación de la tabla generada con el árbol DOOM de </a:t>
            </a:r>
            <a:r>
              <a:rPr lang="es-ES" dirty="0" err="1">
                <a:sym typeface="Wingdings" panose="05000000000000000000" pitchFamily="2" charset="2"/>
              </a:rPr>
              <a:t>Javascript</a:t>
            </a:r>
            <a:r>
              <a:rPr lang="es-ES" dirty="0">
                <a:sym typeface="Wingdings" panose="05000000000000000000" pitchFamily="2" charset="2"/>
              </a:rPr>
              <a:t>.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72247B73-F17E-4E23-8FD7-BF383942789F}"/>
              </a:ext>
            </a:extLst>
          </p:cNvPr>
          <p:cNvSpPr txBox="1">
            <a:spLocks/>
          </p:cNvSpPr>
          <p:nvPr/>
        </p:nvSpPr>
        <p:spPr>
          <a:xfrm>
            <a:off x="10585545" y="6018952"/>
            <a:ext cx="1592911" cy="839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/>
              <a:t>Índice--&gt;</a:t>
            </a:r>
          </a:p>
          <a:p>
            <a:r>
              <a:rPr lang="es-ES" dirty="0"/>
              <a:t>2. Código</a:t>
            </a:r>
          </a:p>
          <a:p>
            <a:r>
              <a:rPr lang="es-ES" dirty="0"/>
              <a:t>2.3 Métodos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BB1709-F6E6-441B-B267-91E506158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674" y="152400"/>
            <a:ext cx="3121801" cy="30981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D87F8C3-5B70-4408-B036-435F94E6302E}"/>
              </a:ext>
            </a:extLst>
          </p:cNvPr>
          <p:cNvSpPr txBox="1"/>
          <p:nvPr/>
        </p:nvSpPr>
        <p:spPr>
          <a:xfrm>
            <a:off x="631496" y="4227041"/>
            <a:ext cx="5168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Comparaciones entre diferentes valores de la tabla.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CFCDFF-7C2A-4961-A74C-5346E6207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74" y="3429000"/>
            <a:ext cx="3272739" cy="325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49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278A45-CA12-48DC-A6E5-3D79C5801F92}"/>
              </a:ext>
            </a:extLst>
          </p:cNvPr>
          <p:cNvSpPr txBox="1"/>
          <p:nvPr/>
        </p:nvSpPr>
        <p:spPr>
          <a:xfrm>
            <a:off x="337844" y="2268652"/>
            <a:ext cx="51682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El contenido de la tabla generada dinámicamente con estructura de condiciones </a:t>
            </a:r>
            <a:r>
              <a:rPr lang="es-ES" dirty="0" err="1">
                <a:sym typeface="Wingdings" panose="05000000000000000000" pitchFamily="2" charset="2"/>
              </a:rPr>
              <a:t>if</a:t>
            </a:r>
            <a:r>
              <a:rPr lang="es-ES" dirty="0">
                <a:sym typeface="Wingdings" panose="05000000000000000000" pitchFamily="2" charset="2"/>
              </a:rPr>
              <a:t> anidadas y bucles </a:t>
            </a:r>
            <a:r>
              <a:rPr lang="es-ES" dirty="0" err="1">
                <a:sym typeface="Wingdings" panose="05000000000000000000" pitchFamily="2" charset="2"/>
              </a:rPr>
              <a:t>for</a:t>
            </a:r>
            <a:r>
              <a:rPr lang="es-ES" dirty="0">
                <a:sym typeface="Wingdings" panose="05000000000000000000" pitchFamily="2" charset="2"/>
              </a:rPr>
              <a:t> que van creando dichos contenedores previamente definidos.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72247B73-F17E-4E23-8FD7-BF383942789F}"/>
              </a:ext>
            </a:extLst>
          </p:cNvPr>
          <p:cNvSpPr txBox="1">
            <a:spLocks/>
          </p:cNvSpPr>
          <p:nvPr/>
        </p:nvSpPr>
        <p:spPr>
          <a:xfrm>
            <a:off x="10585545" y="6018952"/>
            <a:ext cx="1592911" cy="839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/>
              <a:t>Índice--&gt;</a:t>
            </a:r>
          </a:p>
          <a:p>
            <a:r>
              <a:rPr lang="es-ES" dirty="0"/>
              <a:t>2. Código</a:t>
            </a:r>
          </a:p>
          <a:p>
            <a:r>
              <a:rPr lang="es-ES" dirty="0"/>
              <a:t>2.4 Métodos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94AE3A-47BE-4D2D-8901-B99D1733B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137" y="866775"/>
            <a:ext cx="4566324" cy="456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8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278A45-CA12-48DC-A6E5-3D79C5801F92}"/>
              </a:ext>
            </a:extLst>
          </p:cNvPr>
          <p:cNvSpPr txBox="1"/>
          <p:nvPr/>
        </p:nvSpPr>
        <p:spPr>
          <a:xfrm>
            <a:off x="337844" y="2268652"/>
            <a:ext cx="51682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ym typeface="Wingdings" panose="05000000000000000000" pitchFamily="2" charset="2"/>
              </a:rPr>
              <a:t>El contenido de la tabla generada dinámicamente con estructura de condiciones </a:t>
            </a:r>
            <a:r>
              <a:rPr lang="es-ES" dirty="0" err="1">
                <a:sym typeface="Wingdings" panose="05000000000000000000" pitchFamily="2" charset="2"/>
              </a:rPr>
              <a:t>if</a:t>
            </a:r>
            <a:r>
              <a:rPr lang="es-ES" dirty="0">
                <a:sym typeface="Wingdings" panose="05000000000000000000" pitchFamily="2" charset="2"/>
              </a:rPr>
              <a:t> anidadas y bucles </a:t>
            </a:r>
            <a:r>
              <a:rPr lang="es-ES" dirty="0" err="1">
                <a:sym typeface="Wingdings" panose="05000000000000000000" pitchFamily="2" charset="2"/>
              </a:rPr>
              <a:t>for</a:t>
            </a:r>
            <a:r>
              <a:rPr lang="es-ES" dirty="0">
                <a:sym typeface="Wingdings" panose="05000000000000000000" pitchFamily="2" charset="2"/>
              </a:rPr>
              <a:t> que van creando dichos contenedores previamente definidos.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72247B73-F17E-4E23-8FD7-BF383942789F}"/>
              </a:ext>
            </a:extLst>
          </p:cNvPr>
          <p:cNvSpPr txBox="1">
            <a:spLocks/>
          </p:cNvSpPr>
          <p:nvPr/>
        </p:nvSpPr>
        <p:spPr>
          <a:xfrm>
            <a:off x="10585545" y="6018952"/>
            <a:ext cx="1592911" cy="839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/>
              <a:t>Índice--&gt;</a:t>
            </a:r>
          </a:p>
          <a:p>
            <a:r>
              <a:rPr lang="es-ES" dirty="0"/>
              <a:t>2. Código</a:t>
            </a:r>
          </a:p>
          <a:p>
            <a:r>
              <a:rPr lang="es-ES" dirty="0"/>
              <a:t>2.4 Métodos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94AE3A-47BE-4D2D-8901-B99D1733B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137" y="866775"/>
            <a:ext cx="4566324" cy="456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96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497</Words>
  <Application>Microsoft Office PowerPoint</Application>
  <PresentationFormat>Panorámica</PresentationFormat>
  <Paragraphs>71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Documentación       Planificador                  CPU</vt:lpstr>
      <vt:lpstr>         </vt:lpstr>
      <vt:lpstr>Presentación de PowerPoint</vt:lpstr>
      <vt:lpstr>Presentación de PowerPoint</vt:lpstr>
      <vt:lpstr>Presentación de PowerPoint</vt:lpstr>
      <vt:lpstr>         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Documentación Planificador               CPU</dc:title>
  <dc:creator>Alejandro Honrubia Mejías</dc:creator>
  <cp:lastModifiedBy>Alejandro Honrubia Mejías</cp:lastModifiedBy>
  <cp:revision>12</cp:revision>
  <dcterms:created xsi:type="dcterms:W3CDTF">2021-06-04T21:15:19Z</dcterms:created>
  <dcterms:modified xsi:type="dcterms:W3CDTF">2021-06-04T22:00:38Z</dcterms:modified>
</cp:coreProperties>
</file>